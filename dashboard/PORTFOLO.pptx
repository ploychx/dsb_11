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1" r:id="rId2"/>
    <p:sldId id="257" r:id="rId3"/>
    <p:sldId id="268" r:id="rId4"/>
    <p:sldId id="269" r:id="rId5"/>
    <p:sldId id="277" r:id="rId6"/>
    <p:sldId id="278" r:id="rId7"/>
    <p:sldId id="279" r:id="rId8"/>
    <p:sldId id="272" r:id="rId9"/>
  </p:sldIdLst>
  <p:sldSz cx="18288000" cy="10287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TT Norms" panose="020B0604020202020204" charset="0"/>
      <p:regular r:id="rId14"/>
    </p:embeddedFont>
    <p:embeddedFont>
      <p:font typeface="TT Phobos Bold" panose="020B0604020202020204" charset="0"/>
      <p:regular r:id="rId15"/>
    </p:embeddedFont>
    <p:embeddedFont>
      <p:font typeface="TT Phobos Inline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9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0205658" y="6166067"/>
            <a:ext cx="18968198" cy="872537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635202" y="1529290"/>
            <a:ext cx="3291882" cy="6375123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4374511" y="4800945"/>
            <a:ext cx="2322927" cy="3123741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144000" y="4800945"/>
            <a:ext cx="8762237" cy="8998446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538830" y="1913817"/>
            <a:ext cx="13749170" cy="1553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26"/>
              </a:lnSpc>
            </a:pPr>
            <a:r>
              <a:rPr lang="en-US" sz="13090" dirty="0">
                <a:solidFill>
                  <a:srgbClr val="FFF5D6"/>
                </a:solidFill>
                <a:latin typeface="TT Phobos Inline"/>
              </a:rPr>
              <a:t>PORTFOLIO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28045C11-D19D-44BA-AC75-E76E79B5A8B1}"/>
              </a:ext>
            </a:extLst>
          </p:cNvPr>
          <p:cNvSpPr txBox="1"/>
          <p:nvPr/>
        </p:nvSpPr>
        <p:spPr>
          <a:xfrm>
            <a:off x="7783874" y="3373080"/>
            <a:ext cx="9868924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dirty="0">
                <a:solidFill>
                  <a:srgbClr val="FFF5D6"/>
                </a:solidFill>
                <a:latin typeface="TT Norms"/>
              </a:rPr>
              <a:t>Presented by: Chalantorn </a:t>
            </a:r>
            <a:r>
              <a:rPr lang="en-US" sz="3500" dirty="0" err="1">
                <a:solidFill>
                  <a:srgbClr val="FFF5D6"/>
                </a:solidFill>
                <a:latin typeface="TT Norms"/>
              </a:rPr>
              <a:t>Satayachiti</a:t>
            </a:r>
            <a:endParaRPr lang="en-US" sz="3500" dirty="0">
              <a:solidFill>
                <a:srgbClr val="FFF5D6"/>
              </a:solidFill>
              <a:latin typeface="TT Nor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08635" y="1714500"/>
            <a:ext cx="15963065" cy="1111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903"/>
              </a:lnSpc>
            </a:pPr>
            <a:r>
              <a:rPr lang="en-US" sz="9298" dirty="0">
                <a:solidFill>
                  <a:srgbClr val="253943"/>
                </a:solidFill>
                <a:latin typeface="TT Phobos Inline"/>
              </a:rPr>
              <a:t>OUTLINE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2008635" y="4786506"/>
            <a:ext cx="1449412" cy="194908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9501880" y="4911802"/>
            <a:ext cx="2464363" cy="1949087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4027779" y="5436728"/>
            <a:ext cx="490112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dirty="0">
                <a:solidFill>
                  <a:srgbClr val="253943"/>
                </a:solidFill>
                <a:latin typeface="TT Phobos Bold"/>
              </a:rPr>
              <a:t>Mini Project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06700" y="5545033"/>
            <a:ext cx="4832611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dirty="0">
                <a:solidFill>
                  <a:srgbClr val="253943"/>
                </a:solidFill>
                <a:latin typeface="TT Phobos Bold"/>
              </a:rPr>
              <a:t>Internship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A2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C396B79-B723-4E7E-B370-A24D1A29E9E9}"/>
              </a:ext>
            </a:extLst>
          </p:cNvPr>
          <p:cNvGrpSpPr/>
          <p:nvPr/>
        </p:nvGrpSpPr>
        <p:grpSpPr>
          <a:xfrm>
            <a:off x="945564" y="2191346"/>
            <a:ext cx="16770936" cy="1508622"/>
            <a:chOff x="0" y="0"/>
            <a:chExt cx="3440221" cy="3104777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EAC33AD-8535-4910-92B4-C3DA8EC1F0AD}"/>
                </a:ext>
              </a:extLst>
            </p:cNvPr>
            <p:cNvSpPr/>
            <p:nvPr/>
          </p:nvSpPr>
          <p:spPr>
            <a:xfrm>
              <a:off x="0" y="0"/>
              <a:ext cx="3440221" cy="3104777"/>
            </a:xfrm>
            <a:custGeom>
              <a:avLst/>
              <a:gdLst/>
              <a:ahLst/>
              <a:cxnLst/>
              <a:rect l="l" t="t" r="r" b="b"/>
              <a:pathLst>
                <a:path w="3440221" h="3104777">
                  <a:moveTo>
                    <a:pt x="0" y="0"/>
                  </a:moveTo>
                  <a:lnTo>
                    <a:pt x="3440221" y="0"/>
                  </a:lnTo>
                  <a:lnTo>
                    <a:pt x="3440221" y="3104777"/>
                  </a:lnTo>
                  <a:lnTo>
                    <a:pt x="0" y="3104777"/>
                  </a:lnTo>
                  <a:close/>
                </a:path>
              </a:pathLst>
            </a:custGeom>
            <a:solidFill>
              <a:srgbClr val="FFF5D6"/>
            </a:solidFill>
          </p:spPr>
        </p:sp>
      </p:grpSp>
      <p:sp>
        <p:nvSpPr>
          <p:cNvPr id="2" name="TextBox 2"/>
          <p:cNvSpPr txBox="1"/>
          <p:nvPr/>
        </p:nvSpPr>
        <p:spPr>
          <a:xfrm>
            <a:off x="1066800" y="2552700"/>
            <a:ext cx="16649700" cy="13234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13"/>
              </a:lnSpc>
            </a:pPr>
            <a:r>
              <a:rPr lang="en-US" sz="11075" dirty="0">
                <a:solidFill>
                  <a:srgbClr val="253943"/>
                </a:solidFill>
                <a:latin typeface="TT Phobos Inline"/>
              </a:rPr>
              <a:t>INTERNSHIP PROJECT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3945898" y="8179850"/>
            <a:ext cx="7315200" cy="3817204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-516652" y="-1753507"/>
            <a:ext cx="6234682" cy="3944853"/>
          </a:xfrm>
          <a:prstGeom prst="rect">
            <a:avLst/>
          </a:prstGeom>
        </p:spPr>
      </p:pic>
      <p:pic>
        <p:nvPicPr>
          <p:cNvPr id="5" name="Picture 2" descr="tableau Tool สำหรับวิเคราะห์ข้อมูลยอดนิยม คู่แข่งของ Power BI">
            <a:extLst>
              <a:ext uri="{FF2B5EF4-FFF2-40B4-BE49-F238E27FC236}">
                <a16:creationId xmlns:a16="http://schemas.microsoft.com/office/drawing/2014/main" id="{E096A766-1750-40BD-A211-78529595AE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5" t="19181" r="5556" b="15395"/>
          <a:stretch/>
        </p:blipFill>
        <p:spPr bwMode="auto">
          <a:xfrm>
            <a:off x="3267602" y="4237493"/>
            <a:ext cx="13339125" cy="3641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A2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5">
            <a:extLst>
              <a:ext uri="{FF2B5EF4-FFF2-40B4-BE49-F238E27FC236}">
                <a16:creationId xmlns:a16="http://schemas.microsoft.com/office/drawing/2014/main" id="{8EFFBE8C-D895-4F0B-BABE-32CB8C7C09D0}"/>
              </a:ext>
            </a:extLst>
          </p:cNvPr>
          <p:cNvGrpSpPr/>
          <p:nvPr/>
        </p:nvGrpSpPr>
        <p:grpSpPr>
          <a:xfrm>
            <a:off x="1513468" y="1014153"/>
            <a:ext cx="9687932" cy="1508622"/>
            <a:chOff x="0" y="0"/>
            <a:chExt cx="3440221" cy="3104777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F3105125-D70C-41B0-8817-7D817A4B2DA6}"/>
                </a:ext>
              </a:extLst>
            </p:cNvPr>
            <p:cNvSpPr/>
            <p:nvPr/>
          </p:nvSpPr>
          <p:spPr>
            <a:xfrm>
              <a:off x="0" y="0"/>
              <a:ext cx="3440221" cy="3104777"/>
            </a:xfrm>
            <a:custGeom>
              <a:avLst/>
              <a:gdLst/>
              <a:ahLst/>
              <a:cxnLst/>
              <a:rect l="l" t="t" r="r" b="b"/>
              <a:pathLst>
                <a:path w="3440221" h="3104777">
                  <a:moveTo>
                    <a:pt x="0" y="0"/>
                  </a:moveTo>
                  <a:lnTo>
                    <a:pt x="3440221" y="0"/>
                  </a:lnTo>
                  <a:lnTo>
                    <a:pt x="3440221" y="3104777"/>
                  </a:lnTo>
                  <a:lnTo>
                    <a:pt x="0" y="3104777"/>
                  </a:lnTo>
                  <a:close/>
                </a:path>
              </a:pathLst>
            </a:custGeom>
            <a:solidFill>
              <a:srgbClr val="FFF5D6"/>
            </a:solidFill>
          </p:spPr>
        </p:sp>
      </p:grpSp>
      <p:sp>
        <p:nvSpPr>
          <p:cNvPr id="2" name="TextBox 2"/>
          <p:cNvSpPr txBox="1"/>
          <p:nvPr/>
        </p:nvSpPr>
        <p:spPr>
          <a:xfrm>
            <a:off x="-1828800" y="1257300"/>
            <a:ext cx="15841750" cy="126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77"/>
              </a:lnSpc>
            </a:pPr>
            <a:r>
              <a:rPr lang="en-US" sz="9600" dirty="0">
                <a:solidFill>
                  <a:srgbClr val="253943"/>
                </a:solidFill>
                <a:latin typeface="TT Phobos Inline"/>
              </a:rPr>
              <a:t>OLD SYSTEM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F4253B-DBB2-47EA-B35E-531C58C1F6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8" b="13919"/>
          <a:stretch/>
        </p:blipFill>
        <p:spPr>
          <a:xfrm>
            <a:off x="1600200" y="2766533"/>
            <a:ext cx="13863923" cy="62631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A2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02928C85-6253-41D2-9E13-67D8BBFDCA50}"/>
              </a:ext>
            </a:extLst>
          </p:cNvPr>
          <p:cNvGrpSpPr/>
          <p:nvPr/>
        </p:nvGrpSpPr>
        <p:grpSpPr>
          <a:xfrm>
            <a:off x="1513468" y="1014153"/>
            <a:ext cx="9687932" cy="1508622"/>
            <a:chOff x="0" y="0"/>
            <a:chExt cx="3440221" cy="310477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8D4EEAF-6134-4B35-8777-30AFDD28B84C}"/>
                </a:ext>
              </a:extLst>
            </p:cNvPr>
            <p:cNvSpPr/>
            <p:nvPr/>
          </p:nvSpPr>
          <p:spPr>
            <a:xfrm>
              <a:off x="0" y="0"/>
              <a:ext cx="3440221" cy="3104777"/>
            </a:xfrm>
            <a:custGeom>
              <a:avLst/>
              <a:gdLst/>
              <a:ahLst/>
              <a:cxnLst/>
              <a:rect l="l" t="t" r="r" b="b"/>
              <a:pathLst>
                <a:path w="3440221" h="3104777">
                  <a:moveTo>
                    <a:pt x="0" y="0"/>
                  </a:moveTo>
                  <a:lnTo>
                    <a:pt x="3440221" y="0"/>
                  </a:lnTo>
                  <a:lnTo>
                    <a:pt x="3440221" y="3104777"/>
                  </a:lnTo>
                  <a:lnTo>
                    <a:pt x="0" y="3104777"/>
                  </a:lnTo>
                  <a:close/>
                </a:path>
              </a:pathLst>
            </a:custGeom>
            <a:solidFill>
              <a:srgbClr val="FFF5D6"/>
            </a:solidFill>
          </p:spPr>
        </p:sp>
      </p:grpSp>
      <p:sp>
        <p:nvSpPr>
          <p:cNvPr id="2" name="TextBox 2"/>
          <p:cNvSpPr txBox="1"/>
          <p:nvPr/>
        </p:nvSpPr>
        <p:spPr>
          <a:xfrm>
            <a:off x="-1828800" y="1257300"/>
            <a:ext cx="15841750" cy="126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77"/>
              </a:lnSpc>
            </a:pPr>
            <a:r>
              <a:rPr lang="en-US" sz="9600" dirty="0">
                <a:solidFill>
                  <a:srgbClr val="253943"/>
                </a:solidFill>
                <a:latin typeface="TT Phobos Inline"/>
              </a:rPr>
              <a:t>NEW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79B27-4A9F-406A-A247-362C2FF710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0" t="1568" r="1250" b="5251"/>
          <a:stretch/>
        </p:blipFill>
        <p:spPr>
          <a:xfrm>
            <a:off x="2209800" y="2806539"/>
            <a:ext cx="11581993" cy="622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87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A2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C753E6-EA95-4677-8D1C-F7E7E9606C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" t="1548"/>
          <a:stretch/>
        </p:blipFill>
        <p:spPr bwMode="auto">
          <a:xfrm>
            <a:off x="2438400" y="1943100"/>
            <a:ext cx="12740762" cy="711741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3AACD82-0CEF-4514-B109-1D757667AD7E}"/>
              </a:ext>
            </a:extLst>
          </p:cNvPr>
          <p:cNvSpPr/>
          <p:nvPr/>
        </p:nvSpPr>
        <p:spPr>
          <a:xfrm>
            <a:off x="3429000" y="2201625"/>
            <a:ext cx="1524000" cy="2057400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C65812-DFBF-4752-8040-8886FFBBD08A}"/>
              </a:ext>
            </a:extLst>
          </p:cNvPr>
          <p:cNvSpPr/>
          <p:nvPr/>
        </p:nvSpPr>
        <p:spPr>
          <a:xfrm>
            <a:off x="11125200" y="1944985"/>
            <a:ext cx="2057400" cy="2618839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75E97CA1-865B-4C4A-987D-E1632DF7CB57}"/>
              </a:ext>
            </a:extLst>
          </p:cNvPr>
          <p:cNvGrpSpPr/>
          <p:nvPr/>
        </p:nvGrpSpPr>
        <p:grpSpPr>
          <a:xfrm>
            <a:off x="838200" y="342900"/>
            <a:ext cx="7630532" cy="1265476"/>
            <a:chOff x="0" y="0"/>
            <a:chExt cx="3440221" cy="3104777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46A94A6-E701-43C5-AC5C-BADE2ADA1EEF}"/>
                </a:ext>
              </a:extLst>
            </p:cNvPr>
            <p:cNvSpPr/>
            <p:nvPr/>
          </p:nvSpPr>
          <p:spPr>
            <a:xfrm>
              <a:off x="0" y="0"/>
              <a:ext cx="3440221" cy="3104777"/>
            </a:xfrm>
            <a:custGeom>
              <a:avLst/>
              <a:gdLst/>
              <a:ahLst/>
              <a:cxnLst/>
              <a:rect l="l" t="t" r="r" b="b"/>
              <a:pathLst>
                <a:path w="3440221" h="3104777">
                  <a:moveTo>
                    <a:pt x="0" y="0"/>
                  </a:moveTo>
                  <a:lnTo>
                    <a:pt x="3440221" y="0"/>
                  </a:lnTo>
                  <a:lnTo>
                    <a:pt x="3440221" y="3104777"/>
                  </a:lnTo>
                  <a:lnTo>
                    <a:pt x="0" y="3104777"/>
                  </a:lnTo>
                  <a:close/>
                </a:path>
              </a:pathLst>
            </a:custGeom>
            <a:solidFill>
              <a:srgbClr val="FFF5D6"/>
            </a:solidFill>
          </p:spPr>
        </p:sp>
      </p:grpSp>
      <p:sp>
        <p:nvSpPr>
          <p:cNvPr id="9" name="TextBox 2">
            <a:extLst>
              <a:ext uri="{FF2B5EF4-FFF2-40B4-BE49-F238E27FC236}">
                <a16:creationId xmlns:a16="http://schemas.microsoft.com/office/drawing/2014/main" id="{093E26F9-D4E2-43C8-9162-89318533F127}"/>
              </a:ext>
            </a:extLst>
          </p:cNvPr>
          <p:cNvSpPr txBox="1"/>
          <p:nvPr/>
        </p:nvSpPr>
        <p:spPr>
          <a:xfrm>
            <a:off x="-3267409" y="422121"/>
            <a:ext cx="15841750" cy="1115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77"/>
              </a:lnSpc>
            </a:pPr>
            <a:r>
              <a:rPr lang="en-US" sz="6600" dirty="0">
                <a:solidFill>
                  <a:srgbClr val="253943"/>
                </a:solidFill>
                <a:latin typeface="TT Phobos Inline"/>
              </a:rPr>
              <a:t>ADD FEARTURE</a:t>
            </a:r>
          </a:p>
        </p:txBody>
      </p:sp>
    </p:spTree>
    <p:extLst>
      <p:ext uri="{BB962C8B-B14F-4D97-AF65-F5344CB8AC3E}">
        <p14:creationId xmlns:p14="http://schemas.microsoft.com/office/powerpoint/2010/main" val="1296446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A2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5">
            <a:extLst>
              <a:ext uri="{FF2B5EF4-FFF2-40B4-BE49-F238E27FC236}">
                <a16:creationId xmlns:a16="http://schemas.microsoft.com/office/drawing/2014/main" id="{D3568B37-4BEB-43D2-9D7C-C580450B6CA6}"/>
              </a:ext>
            </a:extLst>
          </p:cNvPr>
          <p:cNvGrpSpPr/>
          <p:nvPr/>
        </p:nvGrpSpPr>
        <p:grpSpPr>
          <a:xfrm>
            <a:off x="1210008" y="183788"/>
            <a:ext cx="7630532" cy="1265476"/>
            <a:chOff x="0" y="0"/>
            <a:chExt cx="3440221" cy="3104777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91645145-26F5-45DE-9DC1-FDBD48D29F15}"/>
                </a:ext>
              </a:extLst>
            </p:cNvPr>
            <p:cNvSpPr/>
            <p:nvPr/>
          </p:nvSpPr>
          <p:spPr>
            <a:xfrm>
              <a:off x="0" y="0"/>
              <a:ext cx="3440221" cy="3104777"/>
            </a:xfrm>
            <a:custGeom>
              <a:avLst/>
              <a:gdLst/>
              <a:ahLst/>
              <a:cxnLst/>
              <a:rect l="l" t="t" r="r" b="b"/>
              <a:pathLst>
                <a:path w="3440221" h="3104777">
                  <a:moveTo>
                    <a:pt x="0" y="0"/>
                  </a:moveTo>
                  <a:lnTo>
                    <a:pt x="3440221" y="0"/>
                  </a:lnTo>
                  <a:lnTo>
                    <a:pt x="3440221" y="3104777"/>
                  </a:lnTo>
                  <a:lnTo>
                    <a:pt x="0" y="3104777"/>
                  </a:lnTo>
                  <a:close/>
                </a:path>
              </a:pathLst>
            </a:custGeom>
            <a:solidFill>
              <a:srgbClr val="FFF5D6"/>
            </a:solidFill>
          </p:spPr>
        </p:sp>
      </p:grpSp>
      <p:sp>
        <p:nvSpPr>
          <p:cNvPr id="2" name="TextBox 2"/>
          <p:cNvSpPr txBox="1"/>
          <p:nvPr/>
        </p:nvSpPr>
        <p:spPr>
          <a:xfrm>
            <a:off x="-2895601" y="530044"/>
            <a:ext cx="15841750" cy="126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77"/>
              </a:lnSpc>
            </a:pPr>
            <a:r>
              <a:rPr lang="en-US" sz="9600" dirty="0">
                <a:solidFill>
                  <a:srgbClr val="253943"/>
                </a:solidFill>
                <a:latin typeface="TT Phobos Inline"/>
              </a:rPr>
              <a:t>WORKING</a:t>
            </a:r>
          </a:p>
        </p:txBody>
      </p:sp>
      <p:pic>
        <p:nvPicPr>
          <p:cNvPr id="3" name="Media1">
            <a:hlinkClick r:id="" action="ppaction://media"/>
            <a:extLst>
              <a:ext uri="{FF2B5EF4-FFF2-40B4-BE49-F238E27FC236}">
                <a16:creationId xmlns:a16="http://schemas.microsoft.com/office/drawing/2014/main" id="{A3F9D5EE-A404-427C-9024-4314E2BF284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0008" y="1770429"/>
            <a:ext cx="14769230" cy="830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20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71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9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6775" y="4432603"/>
            <a:ext cx="16554449" cy="2286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99"/>
              </a:lnSpc>
            </a:pPr>
            <a:r>
              <a:rPr lang="en-US" sz="9999" dirty="0">
                <a:solidFill>
                  <a:srgbClr val="FFF5D6"/>
                </a:solidFill>
                <a:latin typeface="TT Phobos Inline"/>
              </a:rPr>
              <a:t>THANK YOU FOR</a:t>
            </a:r>
          </a:p>
          <a:p>
            <a:pPr algn="ctr">
              <a:lnSpc>
                <a:spcPts val="8499"/>
              </a:lnSpc>
            </a:pPr>
            <a:r>
              <a:rPr lang="en-US" sz="9999" dirty="0">
                <a:solidFill>
                  <a:srgbClr val="FFF5D6"/>
                </a:solidFill>
                <a:latin typeface="TT Phobos Inline"/>
              </a:rPr>
              <a:t>ATTENTION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633671" y="-879902"/>
            <a:ext cx="7315200" cy="3817204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-1218711" y="415934"/>
            <a:ext cx="6234682" cy="3944853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0" y="7030953"/>
            <a:ext cx="5238292" cy="4133488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14291271" y="5315398"/>
            <a:ext cx="5469886" cy="34311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24</Words>
  <Application>Microsoft Office PowerPoint</Application>
  <PresentationFormat>กำหนดเอง</PresentationFormat>
  <Paragraphs>12</Paragraphs>
  <Slides>8</Slides>
  <Notes>0</Notes>
  <HiddenSlides>1</HiddenSlides>
  <MMClips>1</MMClips>
  <ScaleCrop>false</ScaleCrop>
  <HeadingPairs>
    <vt:vector size="6" baseType="variant">
      <vt:variant>
        <vt:lpstr>ฟอนต์ที่ถูกใช้</vt:lpstr>
      </vt:variant>
      <vt:variant>
        <vt:i4>5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8</vt:i4>
      </vt:variant>
    </vt:vector>
  </HeadingPairs>
  <TitlesOfParts>
    <vt:vector size="14" baseType="lpstr">
      <vt:lpstr>TT Norms</vt:lpstr>
      <vt:lpstr>Calibri</vt:lpstr>
      <vt:lpstr>Arial</vt:lpstr>
      <vt:lpstr>TT Phobos Inline</vt:lpstr>
      <vt:lpstr>TT Phobos Bold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PORTFOLO</dc:title>
  <dc:creator>plxyp</dc:creator>
  <cp:lastModifiedBy>pttw788@gmail.com</cp:lastModifiedBy>
  <cp:revision>15</cp:revision>
  <dcterms:created xsi:type="dcterms:W3CDTF">2006-08-16T00:00:00Z</dcterms:created>
  <dcterms:modified xsi:type="dcterms:W3CDTF">2025-01-31T14:34:29Z</dcterms:modified>
  <dc:identifier>DAE4TILrdPk</dc:identifier>
</cp:coreProperties>
</file>